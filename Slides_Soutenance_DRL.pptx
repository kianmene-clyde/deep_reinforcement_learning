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Reinforcement Learning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comparative de 16 algorithmes sur 4 environnements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IABD - 2025/2026 | Framework 100% Python/NumPy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097280"/>
            <a:ext cx="6949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80160" y="10972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Environnements et encodage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1691640"/>
            <a:ext cx="6949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1691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Les 16 algorithmes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286000"/>
            <a:ext cx="6949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22860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Architecture technique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2880360"/>
            <a:ext cx="6949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80160" y="28803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Resultats par environnement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34747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Analyse comparative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4069080"/>
            <a:ext cx="694944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80160" y="4069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Demonstration live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environnements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502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LineWorld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dim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1D, reward sparse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06040" y="1097280"/>
            <a:ext cx="1965960" cy="5029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GridWorld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dim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2D, reward shaping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1965960" cy="5029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TicTacToe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dim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
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simple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097280"/>
            <a:ext cx="1965960" cy="5029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73736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 dim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
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complexe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Quarto - Jeu choisi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Encodage par attributs (101 dim.)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case = 5 valeurs :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[occupee, taille, couleur, forme, remplissage]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: piece_id / 15 (33 dim.)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reseau devait deviner les attributs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 : attributs explicites (101 dim.)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reseau voit directement les attributs partages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Heuristique de choix de piece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 jamais donner une piece gagnante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Scorer chaque piece par dangerosite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Donner la moins dangereuse
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 aux deux joueurs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algorithmes implementes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57400" cy="411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Value-based (6)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TabularQL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DQN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DDQN+ER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DDQN+PER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005840"/>
            <a:ext cx="205740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gradient (5)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155448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REINFORCE+Mean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REINFORCE+Critic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A2C-style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2057400" cy="411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(2)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Rollout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MCTS (UCT)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95160" y="1005840"/>
            <a:ext cx="2057400" cy="4114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Hybrides (4)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1554480"/>
            <a:ext cx="1874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Apprentice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AlphaZero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MuZero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MuZero Stochastique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100% NumPy — pas de TensorFlow ni PyTorch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64008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Reseaux de neurones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MLP, dual-head, He/Xavier, Adam, gradient clipping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48840"/>
            <a:ext cx="64008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Entrainement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+ checkpoints, evaluator, replay buffer + prioritized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26080"/>
            <a:ext cx="64008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29260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abstraite, deep copy MCTS, masquage actions invalides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703320"/>
            <a:ext cx="64008" cy="6400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03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37033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Save/Load pickle, metriques JSON, graphiques PNG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: LineWorld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Value-based : politique optimale (9 steps) | Planning OK | Policy gradient : trop sparse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[Graphiques de resultats - voir results/*.png]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DQN convergent en &lt;1000 eps. Les policy gradient necessitent 10K+ eps (reward sparse). Random = 0.7% wins.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: GridWorld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Value-based : 100% victoires (8 steps) | RandomRollout : 100% mais 1000x plus lent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[Graphiques de resultats - voir results/*.png]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shaping aide les value-based. Random gagne 90% (grille petite). MCTS penalise sans heuristique.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: TicTacToe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RandomRollout : 100% | MCTS/Expert : 90% | PPO : 70% | DQN : 45%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[Graphiques de resultats - voir results/*.png]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domine. ExpertApprentice = qualite MCTS a vitesse NN (0.1ms vs 9ms). DQN penalise par rewards differees.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Resultats : Quarto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6400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RandomRollout : 90% | PPO : 65% | Majorite ~50% (niveau random)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[Graphiques de resultats - voir results/*.png]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Complexite trop elevee pour la plupart. PPO meilleur policy gradient. Encodage attributs crucial.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comparative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64008" cy="7772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Value-based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26080" y="10058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Convergence rapide, envs discrets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10058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Rewards differees, adversarial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65960"/>
            <a:ext cx="64008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gradient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19659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Adapte a l'adversarial, PPO robuste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965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Lent, reward sparse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926080"/>
            <a:ext cx="64008" cy="7772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26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26080" y="29260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Qualite imbattable, pas d'entrainement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926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- 100-1000x plus lent par coup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886200"/>
            <a:ext cx="64008" cy="777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8862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26080" y="38862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Compromis qualite/vitesse (Expert)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3886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Entrainement difficile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Enseignements cles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7498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0058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005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d'algorithme universel : le choix depend de l'environnement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7498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459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Value-based = choix par defaut pour espace discret + reward dense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7498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2860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gradient (PPO) = meilleur choix pour jeux adversariaux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7498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9260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imbattable en qualite, prohibitif en temps reel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566160"/>
            <a:ext cx="7498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5661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566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Apprentice = compromis ideal qualite/vitesse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06240"/>
            <a:ext cx="74980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4206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206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Encodage crucial : donner les features au reseau, ne pas le forcer a les deviner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gui.py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Jouer contre les agents | Mode humain | Regarder les agents jouer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- Soutenance Finale</dc:title>
  <dc:subject>PptxGenJS Presentation</dc:subject>
  <dc:creator>PptxGenJS</dc:creator>
  <cp:lastModifiedBy>PptxGenJS</cp:lastModifiedBy>
  <cp:revision>1</cp:revision>
  <dcterms:created xsi:type="dcterms:W3CDTF">2026-04-24T13:50:19Z</dcterms:created>
  <dcterms:modified xsi:type="dcterms:W3CDTF">2026-04-24T13:50:19Z</dcterms:modified>
</cp:coreProperties>
</file>